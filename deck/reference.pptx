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2" r:id="rId6"/>
    <p:sldId id="261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37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1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8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32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2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99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21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9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8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24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F37EF-3B17-4F96-9FA5-A29282B28E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ECFB8-2B99-43C6-BE96-D4A82CBD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8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 smtClean="0"/>
              <a:t>PCCOE International Grand Challenge</a:t>
            </a:r>
            <a:r>
              <a:rPr lang="en-IN" sz="3600" smtClean="0"/>
              <a:t>: </a:t>
            </a:r>
            <a:r>
              <a:rPr lang="en-IN" sz="3600" smtClean="0"/>
              <a:t>2026</a:t>
            </a:r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600" dirty="0" smtClean="0"/>
              <a:t>Pune</a:t>
            </a:r>
            <a:r>
              <a:rPr lang="en-IN" sz="3600" smtClean="0"/>
              <a:t>, India</a:t>
            </a:r>
            <a:br>
              <a:rPr lang="en-IN" sz="3600" smtClean="0"/>
            </a:br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600" b="1" dirty="0" smtClean="0"/>
              <a:t>Theme: AI for Climate Change</a:t>
            </a:r>
            <a:br>
              <a:rPr lang="en-IN" sz="3600" b="1" dirty="0" smtClean="0"/>
            </a:br>
            <a:r>
              <a:rPr lang="en-IN" dirty="0" smtClean="0"/>
              <a:t>Title: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 smtClean="0"/>
          </a:p>
          <a:p>
            <a:r>
              <a:rPr lang="en-IN" dirty="0" smtClean="0"/>
              <a:t>Team Members details</a:t>
            </a:r>
            <a:endParaRPr lang="en-IN" dirty="0"/>
          </a:p>
          <a:p>
            <a:r>
              <a:rPr lang="en-IN" dirty="0" smtClean="0"/>
              <a:t>Name, Study (UG/PG), Institute and university names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11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Problem Statement/Idea</a:t>
            </a:r>
          </a:p>
          <a:p>
            <a:r>
              <a:rPr lang="en-IN" dirty="0" smtClean="0"/>
              <a:t>Objectives</a:t>
            </a:r>
          </a:p>
          <a:p>
            <a:r>
              <a:rPr lang="en-IN" dirty="0" smtClean="0"/>
              <a:t>Proposed Solution/Architecture</a:t>
            </a:r>
          </a:p>
          <a:p>
            <a:r>
              <a:rPr lang="en-IN" dirty="0" smtClean="0"/>
              <a:t>Unique features/Innovation</a:t>
            </a:r>
          </a:p>
          <a:p>
            <a:r>
              <a:rPr lang="en-IN" dirty="0" smtClean="0"/>
              <a:t>Expected Outcomes</a:t>
            </a:r>
          </a:p>
          <a:p>
            <a:r>
              <a:rPr lang="en-IN" dirty="0" smtClean="0"/>
              <a:t>Conclusion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297078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Statement/Idea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2200"/>
            <a:ext cx="84565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 definition of the problem you are addressing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is this problem important? (real-world relevance)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gaps or limitations in existing solutions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One-liner about your idea</a:t>
            </a:r>
          </a:p>
        </p:txBody>
      </p:sp>
    </p:spTree>
    <p:extLst>
      <p:ext uri="{BB962C8B-B14F-4D97-AF65-F5344CB8AC3E}">
        <p14:creationId xmlns:p14="http://schemas.microsoft.com/office/powerpoint/2010/main" val="188686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67862" y="1951672"/>
            <a:ext cx="90895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goals your idea will achieve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impact (e.g., efficiency, cost reduction, accessibility, sustainability)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 beneficiaries (students, citizens, industries, government, etc.)</a:t>
            </a:r>
          </a:p>
        </p:txBody>
      </p:sp>
    </p:spTree>
    <p:extLst>
      <p:ext uri="{BB962C8B-B14F-4D97-AF65-F5344CB8AC3E}">
        <p14:creationId xmlns:p14="http://schemas.microsoft.com/office/powerpoint/2010/main" val="3760371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Proposed Solution/Architecture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79360" y="1954026"/>
            <a:ext cx="850341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 architecture diagram (flow of data, modules, or components)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technologies/tools/frameworks you plan to use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different modules interact (front-end, back-end, AI/ML, APIs, sensors, etc.)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and feasibility points</a:t>
            </a:r>
          </a:p>
        </p:txBody>
      </p:sp>
    </p:spTree>
    <p:extLst>
      <p:ext uri="{BB962C8B-B14F-4D97-AF65-F5344CB8AC3E}">
        <p14:creationId xmlns:p14="http://schemas.microsoft.com/office/powerpoint/2010/main" val="300010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Unique features/Innovation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8732" y="2228671"/>
            <a:ext cx="60795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makes your idea different from existing solutions?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innovative approach, integration, 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57810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Expected Outcome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8829" y="1674992"/>
            <a:ext cx="76482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Deliverables from your project (prototype, app, model, dashboard, etc.)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and long-term impact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for scaling or future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5285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 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8828" y="2046780"/>
            <a:ext cx="66578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your idea in 2–3 lines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your idea should be selected</a:t>
            </a:r>
          </a:p>
        </p:txBody>
      </p:sp>
    </p:spTree>
    <p:extLst>
      <p:ext uri="{BB962C8B-B14F-4D97-AF65-F5344CB8AC3E}">
        <p14:creationId xmlns:p14="http://schemas.microsoft.com/office/powerpoint/2010/main" val="51673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197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PCCOE International Grand Challenge: 2026 Pune, India  Theme: AI for Climate Change Title: </vt:lpstr>
      <vt:lpstr>Outline</vt:lpstr>
      <vt:lpstr>Problem Statement/Idea</vt:lpstr>
      <vt:lpstr>Objectives</vt:lpstr>
      <vt:lpstr>Proposed Solution/Architecture</vt:lpstr>
      <vt:lpstr>Unique features/Innovation</vt:lpstr>
      <vt:lpstr>Expected Outcome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PCCOE International Grand Challenge: 2025 Pune, India Theme: AI for Climate Change Title:</dc:title>
  <dc:creator>Microsoft account</dc:creator>
  <cp:lastModifiedBy>Microsoft account</cp:lastModifiedBy>
  <cp:revision>3</cp:revision>
  <dcterms:created xsi:type="dcterms:W3CDTF">2025-08-28T09:40:17Z</dcterms:created>
  <dcterms:modified xsi:type="dcterms:W3CDTF">2026-08-27T09:12:33Z</dcterms:modified>
</cp:coreProperties>
</file>